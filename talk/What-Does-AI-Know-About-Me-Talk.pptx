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772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Does AI</a:t>
            </a:r>
            <a:endParaRPr lang="en-US" sz="4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 About Me?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3291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Systems, Relationships, and the Space Between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3931920"/>
            <a:ext cx="1371600" cy="22860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4160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Tracy Pertner  |  Pertner Logic  |  April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don't know can hurt you.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56032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4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45920"/>
            <a:ext cx="2560320" cy="45720"/>
          </a:xfrm>
          <a:prstGeom prst="rect">
            <a:avLst/>
          </a:prstGeom>
          <a:solidFill>
            <a:srgbClr val="D9652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202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D96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34.8%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ChatGPT inputs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A5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 sensitive data¹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20440" y="1645920"/>
            <a:ext cx="256032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4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20440" y="1645920"/>
            <a:ext cx="2560320" cy="45720"/>
          </a:xfrm>
          <a:prstGeom prst="rect">
            <a:avLst/>
          </a:prstGeom>
          <a:solidFill>
            <a:srgbClr val="1A8A9E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19202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A8A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77%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3703320" y="27432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employees pasted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A5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info into AI²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1645920"/>
            <a:ext cx="256032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4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09360" y="1645920"/>
            <a:ext cx="2560320" cy="45720"/>
          </a:xfrm>
          <a:prstGeom prst="rect">
            <a:avLst/>
          </a:prstGeom>
          <a:solidFill>
            <a:srgbClr val="0D4F5C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9202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D4F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27%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6492240" y="27432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ChatGPT messages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A5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work-related³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people have no idea what their AI assistants have accumulated.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layers of AI data exposure.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77724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4C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54480"/>
            <a:ext cx="54864" cy="914400"/>
          </a:xfrm>
          <a:prstGeom prst="rect">
            <a:avLst/>
          </a:prstGeom>
          <a:solidFill>
            <a:srgbClr val="1A8A9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7373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66420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1: Surface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828800" y="202996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AI will tell you — memories, preferences, explicit profile data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31520" y="2651760"/>
            <a:ext cx="77724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4C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2651760"/>
            <a:ext cx="54864" cy="914400"/>
          </a:xfrm>
          <a:prstGeom prst="rect">
            <a:avLst/>
          </a:prstGeom>
          <a:solidFill>
            <a:srgbClr val="0D4F5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83464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276148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2: Behavioral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828800" y="312724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AI has inferred — communication style, personality, psychology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31520" y="3749040"/>
            <a:ext cx="77724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4C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1520" y="3749040"/>
            <a:ext cx="54864" cy="914400"/>
          </a:xfrm>
          <a:prstGeom prst="rect">
            <a:avLst/>
          </a:prstGeom>
          <a:solidFill>
            <a:srgbClr val="D9652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393192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385876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3: System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828800" y="422452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behind the scenes — logs, metadata, retention, training pipelines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COMPARISON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they stack up.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80467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645920"/>
                <a:gridCol w="1645920"/>
                <a:gridCol w="1645920"/>
                <a:gridCol w="16459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F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ChatGPT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F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F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F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Perplexity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F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Stores conversations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Indefinitely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Until deleted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18mo default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system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5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Saved + inferred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5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Cross-conversation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885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Trains on your data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885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Opt-out available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885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Opt-out available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885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Opt-out available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885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Opt-out available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export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export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885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(Takeout)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885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review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Cross-service data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5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ecosystem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platform collects data. The differences are in retention, inference, and control.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6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RISK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isn't hypothetical.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618488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5920" y="1527048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engineers pasted source code into ChatGPT.⁴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code became training data. AI tools were banned company-wide.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578608"/>
            <a:ext cx="411480" cy="411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645920" y="2487168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of organizations experienced a data breach in the past year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to shadow AI — employees using unapproved tools.⁵</a:t>
            </a:r>
            <a:endParaRPr lang="en-US" sz="13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538728"/>
            <a:ext cx="411480" cy="4114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645920" y="3447288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Colorado AI Act takes effect June 30, 2026.⁶ Italy fined OpenAI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€15M for GDPR violations.⁷ The regulatory era has arrived.</a:t>
            </a:r>
            <a:endParaRPr lang="en-US" sz="1300" dirty="0"/>
          </a:p>
        </p:txBody>
      </p:sp>
      <p:sp>
        <p:nvSpPr>
          <p:cNvPr id="10" name="Shape 5"/>
          <p:cNvSpPr/>
          <p:nvPr/>
        </p:nvSpPr>
        <p:spPr>
          <a:xfrm>
            <a:off x="731520" y="4069080"/>
            <a:ext cx="7772400" cy="36576"/>
          </a:xfrm>
          <a:prstGeom prst="rect">
            <a:avLst/>
          </a:prstGeom>
          <a:solidFill>
            <a:srgbClr val="EF8B4A"/>
          </a:solidFill>
          <a:ln/>
        </p:spPr>
      </p:sp>
      <p:sp>
        <p:nvSpPr>
          <p:cNvPr id="11" name="Text 6"/>
          <p:cNvSpPr/>
          <p:nvPr/>
        </p:nvSpPr>
        <p:spPr>
          <a:xfrm>
            <a:off x="73152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D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your AI data footprint isn't just good hygiene — it's becoming a compliance requirement.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levels. Start today.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77724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4C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08760"/>
            <a:ext cx="54864" cy="914400"/>
          </a:xfrm>
          <a:prstGeom prst="rect">
            <a:avLst/>
          </a:prstGeom>
          <a:solidFill>
            <a:srgbClr val="EF8B4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73736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58191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 (5 minutes)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00200" y="1947672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saved memories. Opt out of training.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audit prompt on your most-used AI.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31520" y="2606040"/>
            <a:ext cx="77724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4C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2606040"/>
            <a:ext cx="54864" cy="914400"/>
          </a:xfrm>
          <a:prstGeom prst="rect">
            <a:avLst/>
          </a:prstGeom>
          <a:solidFill>
            <a:srgbClr val="1A8A9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83464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267919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 (this week)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600200" y="3044952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audit toolkit across your team.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shadow AI usage and sensitive data exposure.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31520" y="3703320"/>
            <a:ext cx="77724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4C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1520" y="3703320"/>
            <a:ext cx="54864" cy="914400"/>
          </a:xfrm>
          <a:prstGeom prst="rect">
            <a:avLst/>
          </a:prstGeom>
          <a:solidFill>
            <a:srgbClr val="0D4F5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393192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377647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 (this quarter)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600200" y="4142232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 enterprise AI tools. Block consumer AI.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your people. Run monthly audits.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3840480" y="2560320"/>
            <a:ext cx="1463040" cy="27432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28346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Auditing my AI in real time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3840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ChatGPT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Sources and citations.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5087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6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43000" y="150876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LayerX Security. Enterprise AI &amp; SaaS Data Security Report 2025.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" y="16916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go.layerxsecurity.com (October 2025)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6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19202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LayerX Security. Enterprise AI &amp; SaaS Data Security Report 2025.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43000" y="21031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go.layerxsecurity.com (October 2025)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23317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6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43000" y="23317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Chatterji et al. How People Use ChatGPT. NBER Working Paper No. 34255.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43000" y="25146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nber.org/papers/w34255 (September 2025)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27432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6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43000" y="27432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ChatGPT source code incident, April 2023. Multiple outlets.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43000" y="29260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Cyberhaven Labs, Bloomberg, The Register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1520" y="31546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6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" y="31546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IBM. Cost of a Data Breach Report 2025. Shadow AI findings.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43000" y="333756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ibm.com/reports/data-breach (2025)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520" y="35661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6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43000" y="356616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Colorado SB 24-205 (Consumer Protections for AI). Effective date delayed to June 30, 2026 via SB 25B-004 (Aug 2025).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43000" y="37490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leg.colorado.gov/bills/sb24-205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1520" y="39776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6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43000" y="39776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Italian Garante. €15M fine against OpenAI for GDPR violations, Dec 2024.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43000" y="41605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garanteprivacy.it (December 2024)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3152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citations and live links available in the GitHub repo.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toolkit is live.</a:t>
            </a:r>
            <a:endParaRPr lang="en-US" sz="4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 audit your AI.</a:t>
            </a:r>
            <a:endParaRPr lang="en-US" sz="4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2004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200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github.com/tpertner/What-Does-AI-Know-About-Me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31520" y="3840480"/>
            <a:ext cx="7772400" cy="13716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4069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Tracy Pertner  |  Pertner Logic  |  linkedin.com/in/tracypertner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Does AI Know About Me?</dc:title>
  <dc:subject>PptxGenJS Presentation</dc:subject>
  <dc:creator>Tracy Pertner</dc:creator>
  <cp:lastModifiedBy>Tracy Pertner</cp:lastModifiedBy>
  <cp:revision>1</cp:revision>
  <dcterms:created xsi:type="dcterms:W3CDTF">2026-04-14T19:35:42Z</dcterms:created>
  <dcterms:modified xsi:type="dcterms:W3CDTF">2026-04-14T19:35:42Z</dcterms:modified>
</cp:coreProperties>
</file>